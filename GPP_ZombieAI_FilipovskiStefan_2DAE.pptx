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  <p:sldId id="261" r:id="rId11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11/28/2023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11/28/2023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11/28/2023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11/28/2023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11/28/2023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11/28/2023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11/28/2023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11/28/2023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11/28/2023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11/28/2023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11/28/2023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11/28/2023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Stefan Filipovski</a:t>
            </a:r>
          </a:p>
          <a:p>
            <a:r>
              <a:rPr lang="en-US" dirty="0"/>
              <a:t>Game AI Programming — 2DAE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Decisions run in a Behavior Tree driven by a Blackboard — no logic in Tick() or if-else chains</a:t>
            </a:r>
          </a:p>
          <a:p>
            <a:r>
              <a:rPr lang="en-US" dirty="0"/>
              <a:t>A BT Service updates Blackboard flags ~4x per second from AIPerception and the survivor’s state</a:t>
            </a:r>
          </a:p>
          <a:p>
            <a:r>
              <a:rPr lang="en-US" dirty="0"/>
              <a:t>A prioritized selector runs the first valid branch:</a:t>
            </a:r>
          </a:p>
          <a:p>
            <a:pPr lvl="1"/>
            <a:r>
              <a:rPr lang="en-US" b="1" dirty="0"/>
              <a:t>Flee → Heal → Eat → Fight → Pickup → Explore</a:t>
            </a:r>
          </a:p>
          <a:p>
            <a:r>
              <a:rPr lang="en-US" dirty="0"/>
              <a:t>Latches add hysteresis to avoid flicker (flee latch, fight-commit, re-arm beats fleeing)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Enemies are sensed only through AIPerception — a 180° forward sight cone plus 360° hearing</a:t>
            </a:r>
          </a:p>
          <a:p>
            <a:r>
              <a:rPr lang="en-US" dirty="0"/>
              <a:t>Fight task locks on: faces the target and fires on a fixed interval until it is dead, out of range, or the weapon is dry</a:t>
            </a:r>
          </a:p>
          <a:p>
            <a:r>
              <a:rPr lang="en-US" dirty="0"/>
              <a:t>Heavier enemies are fully eliminated; it stands and fights when fleeing stops gaining distance</a:t>
            </a:r>
          </a:p>
          <a:p>
            <a:r>
              <a:rPr lang="en-US" dirty="0"/>
              <a:t>Flee picks a navmesh-validated escape and commits to an open direction, so it never runs off the map</a:t>
            </a:r>
          </a:p>
          <a:p>
            <a:r>
              <a:rPr lang="en-US" dirty="0"/>
              <a:t>Hit from behind → turns toward the last-known location to reacquire the threat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Fixed-slot inventory holding the survivor’s weapon(s), medkit and food</a:t>
            </a:r>
          </a:p>
          <a:p>
            <a:r>
              <a:rPr lang="en-US" dirty="0"/>
              <a:t>Picks up only items revealed by the vision cone, and remembers seen items as targets on the Blackboard</a:t>
            </a:r>
          </a:p>
          <a:p>
            <a:r>
              <a:rPr lang="en-US" dirty="0"/>
              <a:t>Usage is decision-driven: heals when health is low, eats when hungry, equips a weapon in reach (re-arm beats fleeing)</a:t>
            </a:r>
          </a:p>
          <a:p>
            <a:r>
              <a:rPr lang="en-US" dirty="0"/>
              <a:t>When slots are full it drops the weaker duplicate so it always keeps the best weapon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6 individual steering behaviors: Seek, Arrive, Flee, Wander, Obstacle Avoidance and Separation</a:t>
            </a:r>
          </a:p>
          <a:p>
            <a:r>
              <a:rPr lang="en-US" dirty="0"/>
              <a:t>Yes — blended steering: one primary behavior is weighted together with always-on Avoidance and Separation</a:t>
            </a:r>
          </a:p>
          <a:p>
            <a:r>
              <a:rPr lang="en-US" dirty="0"/>
              <a:t>Built on FloatingPawnMovement; steering output is normalized to a 0..1 movement input</a:t>
            </a:r>
          </a:p>
          <a:p>
            <a:r>
              <a:rPr lang="en-US" dirty="0"/>
              <a:t>Facing is decoupled from velocity so the vision cone keeps pointing at threats instead of snapping to travel direction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 xml:space="preserve"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Explore is the fallback branch — it runs when there is no threat, need, or known item</a:t>
            </a:r>
          </a:p>
          <a:p>
            <a:r>
              <a:rPr lang="en-US" dirty="0"/>
              <a:t>Traverses with a Wander tuned for long, smooth sweeps to gain line-of-sight on new houses</a:t>
            </a:r>
          </a:p>
          <a:p>
            <a:r>
              <a:rPr lang="en-US" dirty="0"/>
              <a:t>Stepped scan: it steps its facing per sector and dwells briefly so the narrow cone samples rooms reliably</a:t>
            </a:r>
          </a:p>
          <a:p>
            <a:r>
              <a:rPr lang="en-US" dirty="0"/>
              <a:t>Houses are sensed by their walls via IAISightTargetInterface (corner line-of-sight) — pure AIPerception</a:t>
            </a:r>
          </a:p>
          <a:p>
            <a:r>
              <a:rPr lang="en-US" dirty="0"/>
              <a:t>Has memory: visited houses + revisit cooldowns stop re-looting the same room; works in any level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Score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Best run: survived 10 min 18 sec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42373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  <vt:lpstr>High Score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Boury Fries</cp:lastModifiedBy>
  <cp:revision>2</cp:revision>
  <dcterms:created xsi:type="dcterms:W3CDTF">2021-12-17T12:45:32Z</dcterms:created>
  <dcterms:modified xsi:type="dcterms:W3CDTF">2023-11-28T14:03:28Z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